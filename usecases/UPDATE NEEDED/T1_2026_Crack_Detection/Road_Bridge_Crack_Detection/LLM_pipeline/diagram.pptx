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9144000" cy="10972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38" autoAdjust="0"/>
  </p:normalViewPr>
  <p:slideViewPr>
    <p:cSldViewPr snapToGrid="0">
      <p:cViewPr>
        <p:scale>
          <a:sx n="75" d="100"/>
          <a:sy n="75" d="100"/>
        </p:scale>
        <p:origin x="1230" y="-10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5781"/>
            <a:ext cx="7772400" cy="38201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763261"/>
            <a:ext cx="6858000" cy="264921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35583"/>
            <a:ext cx="7886700" cy="45643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343143"/>
            <a:ext cx="7886700" cy="24002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921000"/>
            <a:ext cx="38862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3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4202"/>
            <a:ext cx="78867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689861"/>
            <a:ext cx="3868340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008120"/>
            <a:ext cx="3868340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689861"/>
            <a:ext cx="3887391" cy="131825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008120"/>
            <a:ext cx="388739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3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579882"/>
            <a:ext cx="4629150" cy="779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5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31520"/>
            <a:ext cx="2949178" cy="2560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579882"/>
            <a:ext cx="4629150" cy="77978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291840"/>
            <a:ext cx="2949178" cy="609854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3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84200"/>
            <a:ext cx="1971675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584200"/>
            <a:ext cx="5800725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84202"/>
            <a:ext cx="78867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921000"/>
            <a:ext cx="78867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D53DF-F8B8-45B0-A853-202340944C2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170162"/>
            <a:ext cx="30861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170162"/>
            <a:ext cx="20574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EBDC0-6729-4AF8-AB2C-665F88DB5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73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8AAE93-DE8D-5133-80CC-C8B60244E4FA}"/>
              </a:ext>
            </a:extLst>
          </p:cNvPr>
          <p:cNvGrpSpPr/>
          <p:nvPr/>
        </p:nvGrpSpPr>
        <p:grpSpPr>
          <a:xfrm>
            <a:off x="6891554" y="7703436"/>
            <a:ext cx="2252446" cy="2330396"/>
            <a:chOff x="7108005" y="7514430"/>
            <a:chExt cx="2252446" cy="2330396"/>
          </a:xfrm>
        </p:grpSpPr>
        <p:sp>
          <p:nvSpPr>
            <p:cNvPr id="197" name="Rectangle: Rounded Corners 196">
              <a:extLst>
                <a:ext uri="{FF2B5EF4-FFF2-40B4-BE49-F238E27FC236}">
                  <a16:creationId xmlns:a16="http://schemas.microsoft.com/office/drawing/2014/main" id="{B85F87C4-E8C4-AF29-AE00-4DEB6179520B}"/>
                </a:ext>
              </a:extLst>
            </p:cNvPr>
            <p:cNvSpPr/>
            <p:nvPr/>
          </p:nvSpPr>
          <p:spPr>
            <a:xfrm>
              <a:off x="7108005" y="7514430"/>
              <a:ext cx="1933028" cy="2330396"/>
            </a:xfrm>
            <a:prstGeom prst="roundRect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tx1">
                      <a:lumMod val="85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FBCE20CF-66D9-85AC-1E67-594347FB3868}"/>
                </a:ext>
              </a:extLst>
            </p:cNvPr>
            <p:cNvSpPr/>
            <p:nvPr/>
          </p:nvSpPr>
          <p:spPr>
            <a:xfrm>
              <a:off x="7321862" y="8402752"/>
              <a:ext cx="189469" cy="204044"/>
            </a:xfrm>
            <a:prstGeom prst="roundRect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45A12EF2-46F4-BAA1-3407-3F04B163F431}"/>
                </a:ext>
              </a:extLst>
            </p:cNvPr>
            <p:cNvSpPr txBox="1"/>
            <p:nvPr/>
          </p:nvSpPr>
          <p:spPr>
            <a:xfrm>
              <a:off x="7545808" y="8371851"/>
              <a:ext cx="16280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Indexing.py</a:t>
              </a:r>
              <a:endParaRPr lang="en-US" sz="1600" dirty="0"/>
            </a:p>
          </p:txBody>
        </p:sp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2C4BDB1D-28CF-6F19-3E0E-486C0E99D53B}"/>
                </a:ext>
              </a:extLst>
            </p:cNvPr>
            <p:cNvSpPr/>
            <p:nvPr/>
          </p:nvSpPr>
          <p:spPr>
            <a:xfrm>
              <a:off x="7321862" y="8746129"/>
              <a:ext cx="189469" cy="204044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3CC1D52-CB24-8EAF-283A-7620B71EEEAF}"/>
                </a:ext>
              </a:extLst>
            </p:cNvPr>
            <p:cNvSpPr txBox="1"/>
            <p:nvPr/>
          </p:nvSpPr>
          <p:spPr>
            <a:xfrm>
              <a:off x="7546360" y="8707786"/>
              <a:ext cx="18140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answering.py</a:t>
              </a:r>
              <a:endParaRPr lang="en-US" sz="1600" dirty="0"/>
            </a:p>
          </p:txBody>
        </p:sp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217F6BFB-925C-213B-E053-C53ABC571DC6}"/>
                </a:ext>
              </a:extLst>
            </p:cNvPr>
            <p:cNvSpPr/>
            <p:nvPr/>
          </p:nvSpPr>
          <p:spPr>
            <a:xfrm>
              <a:off x="7321862" y="8041572"/>
              <a:ext cx="189469" cy="204044"/>
            </a:xfrm>
            <a:prstGeom prst="roundRect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2C133F81-090F-5E33-2FAE-A114236FD85B}"/>
                </a:ext>
              </a:extLst>
            </p:cNvPr>
            <p:cNvSpPr txBox="1"/>
            <p:nvPr/>
          </p:nvSpPr>
          <p:spPr>
            <a:xfrm>
              <a:off x="7519562" y="8006144"/>
              <a:ext cx="12612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chunking.py</a:t>
              </a:r>
              <a:endParaRPr lang="en-US" sz="16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14427A6-A6CF-0322-068D-442470AA2E52}"/>
                </a:ext>
              </a:extLst>
            </p:cNvPr>
            <p:cNvSpPr txBox="1"/>
            <p:nvPr/>
          </p:nvSpPr>
          <p:spPr>
            <a:xfrm>
              <a:off x="7511331" y="9065357"/>
              <a:ext cx="13052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evaluating.py</a:t>
              </a:r>
              <a:endParaRPr lang="en-US" sz="1600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043C107-0395-88DC-79D6-5C57D01483DA}"/>
                </a:ext>
              </a:extLst>
            </p:cNvPr>
            <p:cNvSpPr txBox="1"/>
            <p:nvPr/>
          </p:nvSpPr>
          <p:spPr>
            <a:xfrm>
              <a:off x="7519563" y="7646721"/>
              <a:ext cx="7675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Input</a:t>
              </a:r>
              <a:endParaRPr lang="en-US" sz="1600" dirty="0"/>
            </a:p>
          </p:txBody>
        </p: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2F87ED5C-D48D-A3D3-B477-B39D370E5252}"/>
                </a:ext>
              </a:extLst>
            </p:cNvPr>
            <p:cNvCxnSpPr>
              <a:cxnSpLocks/>
            </p:cNvCxnSpPr>
            <p:nvPr/>
          </p:nvCxnSpPr>
          <p:spPr>
            <a:xfrm>
              <a:off x="7248831" y="9580211"/>
              <a:ext cx="41778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277F68F2-A17D-2275-B7AC-44F6AD9A1F2D}"/>
                </a:ext>
              </a:extLst>
            </p:cNvPr>
            <p:cNvSpPr txBox="1"/>
            <p:nvPr/>
          </p:nvSpPr>
          <p:spPr>
            <a:xfrm>
              <a:off x="7666619" y="9421865"/>
              <a:ext cx="11489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Data flow</a:t>
              </a:r>
              <a:endParaRPr lang="en-US" sz="160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CEAD15F-2BD6-2940-CC1C-E7D69AAFF20D}"/>
                </a:ext>
              </a:extLst>
            </p:cNvPr>
            <p:cNvSpPr/>
            <p:nvPr/>
          </p:nvSpPr>
          <p:spPr>
            <a:xfrm>
              <a:off x="7321862" y="7698195"/>
              <a:ext cx="189469" cy="204044"/>
            </a:xfrm>
            <a:prstGeom prst="round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AA6599E-27D1-9FD9-5F45-08AE12B0C238}"/>
                </a:ext>
              </a:extLst>
            </p:cNvPr>
            <p:cNvSpPr/>
            <p:nvPr/>
          </p:nvSpPr>
          <p:spPr>
            <a:xfrm>
              <a:off x="7323299" y="9116831"/>
              <a:ext cx="189469" cy="204044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n w="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F6F9B0F-0A1A-F62D-76E5-2CFF43C67E15}"/>
              </a:ext>
            </a:extLst>
          </p:cNvPr>
          <p:cNvGrpSpPr/>
          <p:nvPr/>
        </p:nvGrpSpPr>
        <p:grpSpPr>
          <a:xfrm>
            <a:off x="593832" y="512850"/>
            <a:ext cx="8005278" cy="9882932"/>
            <a:chOff x="629280" y="476071"/>
            <a:chExt cx="8005278" cy="988293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A14A7D8-C6D1-50D0-5760-7EEE9681AE55}"/>
                </a:ext>
              </a:extLst>
            </p:cNvPr>
            <p:cNvSpPr/>
            <p:nvPr/>
          </p:nvSpPr>
          <p:spPr>
            <a:xfrm>
              <a:off x="629281" y="1109000"/>
              <a:ext cx="2839456" cy="72390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Markdown doc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4C020D4-010D-8CB9-7FC4-D06128752098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2049008" y="1832900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A767A-EF36-2969-E9ED-363836A2F038}"/>
                </a:ext>
              </a:extLst>
            </p:cNvPr>
            <p:cNvSpPr txBox="1"/>
            <p:nvPr/>
          </p:nvSpPr>
          <p:spPr>
            <a:xfrm>
              <a:off x="1487600" y="476071"/>
              <a:ext cx="11228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Ingestion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8004D74-F55B-DE71-2346-76CE0F28DE05}"/>
                </a:ext>
              </a:extLst>
            </p:cNvPr>
            <p:cNvSpPr/>
            <p:nvPr/>
          </p:nvSpPr>
          <p:spPr>
            <a:xfrm>
              <a:off x="5795102" y="1109000"/>
              <a:ext cx="2839456" cy="72390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Inspection JSON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F4DDA1-3963-D86F-B134-C67D0FDF6676}"/>
                </a:ext>
              </a:extLst>
            </p:cNvPr>
            <p:cNvSpPr txBox="1"/>
            <p:nvPr/>
          </p:nvSpPr>
          <p:spPr>
            <a:xfrm>
              <a:off x="6803271" y="476071"/>
              <a:ext cx="8231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Query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D525FE6-2773-8A7E-476D-821380583F0E}"/>
                </a:ext>
              </a:extLst>
            </p:cNvPr>
            <p:cNvSpPr/>
            <p:nvPr/>
          </p:nvSpPr>
          <p:spPr>
            <a:xfrm>
              <a:off x="629280" y="2190340"/>
              <a:ext cx="2839456" cy="72390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Parse &amp; chunk markdown</a:t>
              </a:r>
            </a:p>
            <a:p>
              <a:pPr algn="ctr"/>
              <a:r>
                <a:rPr lang="en-US" sz="1400" dirty="0">
                  <a:ln w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sections, blocks, Chunk[]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F7E99C7-8587-06F8-ACD9-6FF555762E6A}"/>
                </a:ext>
              </a:extLst>
            </p:cNvPr>
            <p:cNvSpPr/>
            <p:nvPr/>
          </p:nvSpPr>
          <p:spPr>
            <a:xfrm>
              <a:off x="629280" y="3240176"/>
              <a:ext cx="2839456" cy="7239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Embed &amp; store chunks</a:t>
              </a:r>
            </a:p>
            <a:p>
              <a:pPr algn="ctr"/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ingest_markdown_file</a:t>
              </a:r>
              <a:r>
                <a:rPr lang="en-US" sz="1400" dirty="0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()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613AF72-04EC-B391-DEE8-1DACBAA68BFA}"/>
                </a:ext>
              </a:extLst>
            </p:cNvPr>
            <p:cNvSpPr/>
            <p:nvPr/>
          </p:nvSpPr>
          <p:spPr>
            <a:xfrm>
              <a:off x="5795101" y="2175968"/>
              <a:ext cx="2839456" cy="7239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InspectionPayload</a:t>
              </a:r>
              <a:endParaRPr lang="en-US" dirty="0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from_dict</a:t>
              </a:r>
              <a:r>
                <a:rPr lang="en-US" sz="1400" dirty="0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/ </a:t>
              </a:r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from_file</a:t>
              </a:r>
              <a:endParaRPr lang="en-US" sz="1400" dirty="0">
                <a:ln w="0">
                  <a:solidFill>
                    <a:schemeClr val="bg2">
                      <a:lumMod val="25000"/>
                      <a:lumOff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8143CD5-DDD0-D9D3-1984-7119F1284B65}"/>
                </a:ext>
              </a:extLst>
            </p:cNvPr>
            <p:cNvSpPr/>
            <p:nvPr/>
          </p:nvSpPr>
          <p:spPr>
            <a:xfrm>
              <a:off x="5795101" y="3228565"/>
              <a:ext cx="2839456" cy="7239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Sematic query</a:t>
              </a:r>
            </a:p>
            <a:p>
              <a:pPr algn="ctr"/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to_sematic_query</a:t>
              </a:r>
              <a:r>
                <a:rPr lang="en-US" sz="1400" dirty="0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()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8CCE77C-05B5-A9B6-FF09-7B93735BFF83}"/>
                </a:ext>
              </a:extLst>
            </p:cNvPr>
            <p:cNvSpPr/>
            <p:nvPr/>
          </p:nvSpPr>
          <p:spPr>
            <a:xfrm>
              <a:off x="5795101" y="4281162"/>
              <a:ext cx="2839456" cy="7239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Embed &amp; retrieve</a:t>
              </a:r>
            </a:p>
            <a:p>
              <a:pPr algn="ctr"/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query_by_inspection</a:t>
              </a:r>
              <a:r>
                <a:rPr lang="en-US" sz="1400" dirty="0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()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6D8CFA6-43DB-5AC7-7755-CA9CD282F02D}"/>
                </a:ext>
              </a:extLst>
            </p:cNvPr>
            <p:cNvCxnSpPr>
              <a:cxnSpLocks/>
            </p:cNvCxnSpPr>
            <p:nvPr/>
          </p:nvCxnSpPr>
          <p:spPr>
            <a:xfrm>
              <a:off x="7250020" y="5005062"/>
              <a:ext cx="0" cy="588878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347FE80-7AEF-B08D-B35D-8A1FD241C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9885" y="5593940"/>
              <a:ext cx="120013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6322C07-91FD-0C39-B397-A64E43B2E4A5}"/>
                </a:ext>
              </a:extLst>
            </p:cNvPr>
            <p:cNvSpPr/>
            <p:nvPr/>
          </p:nvSpPr>
          <p:spPr>
            <a:xfrm>
              <a:off x="3229786" y="5264078"/>
              <a:ext cx="2839456" cy="7239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ChromaDB</a:t>
              </a:r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vector store</a:t>
              </a:r>
            </a:p>
            <a:p>
              <a:pPr algn="ctr"/>
              <a:r>
                <a:rPr lang="en-US" sz="1400" dirty="0" err="1">
                  <a:ln w="0">
                    <a:solidFill>
                      <a:schemeClr val="bg2">
                        <a:lumMod val="25000"/>
                        <a:lumOff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ChromaRAGStore</a:t>
              </a:r>
              <a:endParaRPr lang="en-US" sz="1400" dirty="0">
                <a:ln w="0">
                  <a:solidFill>
                    <a:schemeClr val="bg2">
                      <a:lumMod val="25000"/>
                      <a:lumOff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119A400-85B7-C26D-C816-E6C9F21D56D9}"/>
                </a:ext>
              </a:extLst>
            </p:cNvPr>
            <p:cNvCxnSpPr>
              <a:cxnSpLocks/>
            </p:cNvCxnSpPr>
            <p:nvPr/>
          </p:nvCxnSpPr>
          <p:spPr>
            <a:xfrm>
              <a:off x="2049007" y="3974021"/>
              <a:ext cx="0" cy="1652007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BC95A10-16F5-92E5-A2BB-B87A6CDAF72E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2049007" y="5618759"/>
              <a:ext cx="1180779" cy="7269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F4F6F7D-7F25-A3A5-D5A5-21CF5E48F1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9007" y="2892599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A68E8B1-9CF7-A6DF-FD8D-1A6939CD0D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0021" y="1832900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F26F870-36B3-7472-5AB8-9BA3F09979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0021" y="2914240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E6C64068-C785-BD98-5C97-C9698B4EB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0020" y="3946284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F0C88E73-6DDB-3E12-70DC-6624D6AF3EF6}"/>
                </a:ext>
              </a:extLst>
            </p:cNvPr>
            <p:cNvSpPr/>
            <p:nvPr/>
          </p:nvSpPr>
          <p:spPr>
            <a:xfrm>
              <a:off x="3212191" y="6362966"/>
              <a:ext cx="2839456" cy="7239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Cross-encoder </a:t>
              </a:r>
              <a:r>
                <a:rPr lang="en-US" dirty="0" err="1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reranker</a:t>
              </a:r>
              <a:endParaRPr lang="en-US" dirty="0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US" sz="1400" dirty="0">
                  <a:ln w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top 5 from 20 candidates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F99B3369-EBA4-2326-BFBB-570D39A64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514" y="5994497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050011C-BDA9-3C03-87D2-ECC265739F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1918" y="7081361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3D97DDE6-6484-4472-C525-77F55EB98636}"/>
                </a:ext>
              </a:extLst>
            </p:cNvPr>
            <p:cNvSpPr/>
            <p:nvPr/>
          </p:nvSpPr>
          <p:spPr>
            <a:xfrm>
              <a:off x="3212191" y="7437806"/>
              <a:ext cx="2839456" cy="7239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LLM report generator</a:t>
              </a:r>
            </a:p>
            <a:p>
              <a:pPr algn="ctr"/>
              <a:r>
                <a:rPr lang="en-US" sz="1400" dirty="0">
                  <a:ln w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4-section + inline citations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9F36915-22FF-C1E0-D2D5-2400EB087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1918" y="8189641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1EDD6DCF-D5A9-B17F-0EB7-C7AF7A8AAA05}"/>
                </a:ext>
              </a:extLst>
            </p:cNvPr>
            <p:cNvSpPr/>
            <p:nvPr/>
          </p:nvSpPr>
          <p:spPr>
            <a:xfrm>
              <a:off x="3212191" y="8551591"/>
              <a:ext cx="2839456" cy="7239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n w="0">
                    <a:solidFill>
                      <a:schemeClr val="tx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MaintenanceReport</a:t>
              </a:r>
              <a:endParaRPr lang="en-US" dirty="0">
                <a:ln w="0">
                  <a:solidFill>
                    <a:schemeClr val="tx1">
                      <a:lumMod val="9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US" sz="1400" dirty="0">
                  <a:ln w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cited sections + footnotes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EA7A36C-5815-5575-AAC9-02985B61F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514" y="9275491"/>
              <a:ext cx="1" cy="361950"/>
            </a:xfrm>
            <a:prstGeom prst="straightConnector1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6DC33E6B-1513-60A6-4E69-31D0E58CD68B}"/>
                </a:ext>
              </a:extLst>
            </p:cNvPr>
            <p:cNvSpPr/>
            <p:nvPr/>
          </p:nvSpPr>
          <p:spPr>
            <a:xfrm>
              <a:off x="3229786" y="9635103"/>
              <a:ext cx="2839456" cy="7239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LLM Grounding Evaluator</a:t>
              </a:r>
            </a:p>
            <a:p>
              <a:pPr algn="ctr"/>
              <a:r>
                <a:rPr lang="en-US" sz="1400" dirty="0">
                  <a:ln w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Hallucination score each section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575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96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TRAN</dc:creator>
  <cp:lastModifiedBy>LONG TRAN</cp:lastModifiedBy>
  <cp:revision>35</cp:revision>
  <dcterms:created xsi:type="dcterms:W3CDTF">2026-03-18T09:35:52Z</dcterms:created>
  <dcterms:modified xsi:type="dcterms:W3CDTF">2026-03-25T03:51:15Z</dcterms:modified>
</cp:coreProperties>
</file>